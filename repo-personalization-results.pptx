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mean-credit</c:v>
                </c:pt>
              </c:strCache>
            </c:strRef>
          </c:tx>
          <c:spPr>
            <a:solidFill>
              <a:srgbClr val="9AA9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9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CD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</c:v>
                  </c:pt>
                  <c:pt idx="1">
                    <c:v>SFT</c:v>
                  </c:pt>
                  <c:pt idx="2">
                    <c:v>GRPO</c:v>
                  </c:pt>
                  <c:pt idx="3">
                    <c:v>DPO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</c:v>
                </c:pt>
                <c:pt idx="1">
                  <c:v>0.129</c:v>
                </c:pt>
                <c:pt idx="2">
                  <c:v>0.161</c:v>
                </c:pt>
                <c:pt idx="3">
                  <c:v>0.102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F718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F7183"/>
                </a:solidFill>
                <a:latin typeface="Calibri"/>
              </a:rPr>
              <a:t>Peak VRAM (GB, 24 GB card)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VRAM (GB)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CD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SFT</c:v>
                  </c:pt>
                  <c:pt idx="1">
                    <c:v>GRPO</c:v>
                  </c:pt>
                  <c:pt idx="2">
                    <c:v>DPO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11.1</c:v>
                </c:pt>
                <c:pt idx="2">
                  <c:v>20.9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weekend-sized project: post-train Qwen2.5-Coder-1.5B to fix real bugs in one repository, and compare SFT against three RL algorithms against the untrained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 model is near-useless on repo-specific repair before personalization — that is exactly why the project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one repeatable sequence; each of the five checkpoints (base, SFT, GRPO, DPO, PPO) is evaluated on the same held-out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reward is code, not a neural network: apply the diff in a worktree and run pytest. Partial credit is the sensitive metric for a small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GRPO fits the setup natively (reward is a function); DPO and PPO each have a structural mismatch with a code-based reward, which shows up in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GRPO is the only method that beats the base model, by a clear +34%. SFT helps a little; DPO ends below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GRPO trades step time for memory efficiency and result quality; DPO is fast per step but ran only 6 steps and used the most VRAM.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GRPO wins on dense reward; DPO is starved on a weak policy; SFT plateaus out of distribution; and the whole comparison only became trustworthy once the eval was seeded.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debugging — newline handling, path repair, crash-proof reward, positive controls, seeded eval — is what makes the result table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RL, specifically GRPO, is the method that moved a small model on real repository repair; the honest caveat is scale (a 7B and PPO completion are the next steps).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7324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329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SESSION 11.5  ·  THE SHORT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Personalizing a Coder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 One Repository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reinforcement learning beat supervised fine-tuning at teaching a small model to repair bugs in a single codebase? An end-to-end study on SQLGlot.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→ SFT → GRPO / DPO / PPO</a:t>
            </a:r>
            <a:pPr indent="0" marL="0">
              <a:buNone/>
            </a:pPr>
            <a:r>
              <a:rPr lang="en-US" sz="1400" i="1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seeded, reproducible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general coder is weak on your repository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716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models know Python, not your codebase — its conventions, its module layout, the exact behavior its tests encode. On unfamiliar repository bugs, a small base model rarely produces a patch that even applies, let alone passes the tests.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46304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7190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122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1664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Personalize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0299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1.5B coder to one repository with post-training, on a single 24 GB GPU.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0" y="306324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3319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3264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36301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SFT vs RL (GRPO, DPO, PPO) against the untrained base — same tasks, same metric.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466344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4919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4864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 honestly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52303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grader as the reward and the yardstick; seeded, reproducible evaluation.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120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 — Bespoke Labs' write-up: the base model scored 0 of 100 on the trained repo; SFT then RL lifted it to ~52–57%. Their base, like ours, started at zero.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pipeline, five checkpoints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2121408" cy="2651760"/>
          </a:xfrm>
          <a:prstGeom prst="roundRect">
            <a:avLst>
              <a:gd name="adj" fmla="val 4310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903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63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Mine tasks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52044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real bug-fix commits into verified defect tasks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761488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98648" y="2011680"/>
            <a:ext cx="2121408" cy="2651760"/>
          </a:xfrm>
          <a:prstGeom prst="roundRect">
            <a:avLst>
              <a:gd name="adj" fmla="val 4310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931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063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Teacher data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352044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 writes diffs; keep only graded-correct trajectories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38928" y="2011680"/>
            <a:ext cx="2121408" cy="2651760"/>
          </a:xfrm>
          <a:prstGeom prst="roundRect">
            <a:avLst>
              <a:gd name="adj" fmla="val 4310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9592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7959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063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SFT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48656" y="352044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Imitate the kept teacher diffs (LoRA)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79208" y="2011680"/>
            <a:ext cx="2121408" cy="2651760"/>
          </a:xfrm>
          <a:prstGeom prst="roundRect">
            <a:avLst>
              <a:gd name="adj" fmla="val 4310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22402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1987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470648" y="3063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352044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/ DPO / PPO on the grader reward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82328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619488" y="2011680"/>
            <a:ext cx="2121408" cy="2651760"/>
          </a:xfrm>
          <a:prstGeom prst="roundRect">
            <a:avLst>
              <a:gd name="adj" fmla="val 4310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0152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6015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710928" y="3063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52044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tasks, seeded, base→SFT→RL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saves its own checkpoint into its own folder, so nothing overwrites and the before/after table is exact.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REWARD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verifiable grader is the reward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7160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mined from the repository's own history: take a real bug-fix commit, revert it to recreate the defect, and keep the commit's tests as the grader. Each task is verified — the real fix scores 1.0, the defect scores 0 — so nothing untrainable enters the set.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reward, per rollout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5935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</a:t>
            </a:r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unified diff in a fresh git worktree of the defect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4224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</a:t>
            </a:r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task's pytest grader in that worktree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48828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9103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 </a:t>
            </a:r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fraction of grader tests that pass  (dense, 0–1)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dense credit matters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1945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1.5B rarely solves a whole multi-hunk fix in one shot — a binary pass reads 0 for everyone. The partial-credit fraction still separates a near-miss from noise, and it gives RL a gradient to climb.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tasks mined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4480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held out for evaluation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COMPARED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ways to move the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373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SFT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fine-tuning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Imitate the teacher's correct diffs. Teaches the diff format; no notion of reward.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3008" y="14630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1608" y="17373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21608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GRPO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Group-relative policy opt.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K diffs, reward each with the grader, push toward the better ones. Online, dense reward — no critic.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14630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17373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56248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DPO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Direct preference opt.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best-vs-worst pairs from rollouts and prefer the better. Offline, contrastive — no exploration.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62288" y="146304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90888" y="17373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5F718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90888" y="1737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PPO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Proximal policy opt.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policy-gradient with a baseline. The predecessor GRPO streamlines; needs more machinery.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adapt the same 1.5B student (LoRA); RL methods continue from the SFT checkpoint.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RL wins — and only RL beats the base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0F244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+34%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926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mean-credit over the base model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3931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Monotonic: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0.120 → SFT 0.129 → GRPO 0.161.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DPO 0.102 falls below base.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5029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mean fraction of grader tests passed, held-out tasks, seeded (SEED=0). Full-solve rate ≈ 0 for all — expected for a 1.5B on real optimizer bugs.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GRPO wins at half DPO's memory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Median seconds per step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040880" y="2103120"/>
            <a:ext cx="4526280" cy="1051560"/>
          </a:xfrm>
          <a:prstGeom prst="roundRect">
            <a:avLst>
              <a:gd name="adj" fmla="val 7826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69480" y="2395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SFT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304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2.9</a:t>
            </a:r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s/step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037844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718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9AA9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steps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040880" y="3310128"/>
            <a:ext cx="4526280" cy="1051560"/>
          </a:xfrm>
          <a:prstGeom prst="roundRect">
            <a:avLst>
              <a:gd name="adj" fmla="val 7826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69480" y="36027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GRPO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5112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24.1</a:t>
            </a:r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s/step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378440" y="35844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718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102</a:t>
            </a:r>
            <a:pPr indent="0" marL="0">
              <a:buNone/>
            </a:pPr>
            <a:r>
              <a:rPr lang="en-US" sz="1200" dirty="0">
                <a:solidFill>
                  <a:srgbClr val="9AA9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steps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040880" y="4517136"/>
            <a:ext cx="4526280" cy="1051560"/>
          </a:xfrm>
          <a:prstGeom prst="roundRect">
            <a:avLst>
              <a:gd name="adj" fmla="val 7826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69480" y="4809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DPO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47183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4.6</a:t>
            </a:r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s/step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378440" y="47914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718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9AA9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steps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is slower per step — it generates and grades online — but the better result costs about half the memory DPO uses.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RANKING HOLDS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reason each method landed where it did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416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GRPO leads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194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reward gives a group of rollouts real variance — 0.1 vs 0.0 — even when none fully solves. That is a gradient toward the exact thing being measured.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73368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47688" y="17556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5916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DPO starves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693408" y="2194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 distinct better-vs-worse pair per task. A weak policy's rollouts mostly score identically, so only ~8 pairs formed → 6 steps → below base.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41788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44168" y="4087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SFT plateaus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4617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Imitating the teacher's long diffs transfers weakly to harder held-out tasks; on some seeds SFT sits at or below base. RL recovers and surpasses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73368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7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7688" y="4178808"/>
            <a:ext cx="256032" cy="256032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59168" y="4087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Noise is real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4617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Re-evaluating one checkpoint swung ±0.02–0.03 and reordered methods. Seeding the eval made the comparison reproducible and the ranking stable.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NUMBERS TRUSTWORTHY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harness was the hard part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25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number is worse than no number. Most of the effort went into a grader and eval that measure the model, not artifacts of the plumbing.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Patches that apply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trailing newlines, label file paths, repair hunk counts and blank context — so a right fix is not scored zero on formatting.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73368" y="2148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3408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reward that can't crash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completion is graded inside a guard; one malformed diff can never kill a training run.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1605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Positive controls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task's real fix must score 1.0, and its prompt must fit context — else the task is dropped as unwinnable.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73368" y="41605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Seeded evaluation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sampling draws per checkpoint make the comparison paired and every number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108960"/>
            <a:ext cx="5943600" cy="5943600"/>
          </a:xfrm>
          <a:prstGeom prst="ellipse">
            <a:avLst/>
          </a:prstGeom>
          <a:solidFill>
            <a:srgbClr val="17324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RL earned its place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331720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240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4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beat the base model by +34% mean-credit and beat every other method — at half DPO's memory.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081528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9900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4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is code, not a network: a git-worktree pytest grader, dense partial credit, verifiable both ways.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83133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373989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4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fit matters — GRPO's function reward plugs in natively; DPO starves and PPO needs a hand-rolled loop.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458114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48970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4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turned a noisy, reordering table into a reproducible result.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0" y="22860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7324E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8803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student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for the first full solves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PPO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the from-scratch loop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tasks</a:t>
            </a:r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widen the reward signal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  ·  Qwen2.5-Coder-1.5B  ·  teacher: Claude Sonnet 4.5  ·  single RTX 4090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2026-09-18T02:02:21Z</dcterms:created>
  <dcterms:modified xsi:type="dcterms:W3CDTF">2026-09-18T02:02:21Z</dcterms:modified>
</cp:coreProperties>
</file>